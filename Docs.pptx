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79" d="100"/>
          <a:sy n="79" d="100"/>
        </p:scale>
        <p:origin x="44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261D35-2AD6-2940-BE70-39FB29D13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12F5C4-BCEE-0E35-52D1-9512AEC6E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36D059-6BC3-4D70-2E38-96F66A81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3417D1-401F-EFD5-5673-03C63A27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162EF0-7F63-6F61-27AC-B0BE32B0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720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C4DCF-2A92-411F-4F50-C5D58CCE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747352-C99C-EDF3-885E-6727D286B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994B27-4431-F40B-BA5E-D7B24CB7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0C9FE0-72A5-EF64-BC6F-F954EA2A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ACD75B-4334-AF15-9C11-4D4D3FB2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79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1D93E-3677-E16F-2BB6-4C6602C5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FA4E44-D865-239A-D71A-E5BB23235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517021-1872-482E-C9DC-136A8578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81C317-6EB8-43C3-C66B-6B42D17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A249AA-B07D-D638-5136-CC5E848B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5588FB-1AF1-A793-8030-6DE00EB13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5274EF-ED9E-0D08-4699-D8FB3DE92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5F9A3C-13B8-FACD-FB01-8D14023BC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5AA343-F2C5-25D9-CBA3-1B6E3BA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0F04E3-3DF2-CB33-5414-4EBB8985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A26482-D473-BAFA-1202-724F0621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54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53D75-72AE-DBC5-89A2-57EE0DFC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8E7C24-D3F8-3255-F805-EEBE7DD4E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C0ADC3-25B8-EA66-5645-A51713878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916925A-DD82-DEA9-C9ED-B161F7750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52A4D1A-83D3-3AD9-998C-3D5CEC63B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B48F946-7F00-C09E-FE6D-0EEB1E57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514EEE4-7BB6-DF67-05B5-E7860C93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DFB007-2B73-F783-1A44-23910E24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12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EF034C-F8B9-004B-C610-7A1D6A81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E970AA-E219-9A22-BC71-1DC1BD15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67AA2B-D798-46A0-5244-6DDFF8D1C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D76E91-5A23-725C-7A80-050E583F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294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66D9EA3-33AC-C665-3E8F-974339F5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2E09C4-1080-9728-A0E7-490856FC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C4BA4F-B81C-4CE6-8988-391586FE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68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A220A-AC4D-C82E-2FCF-C112DB47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28F359-A796-1C44-BBCF-7143C2799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B7B047-17DA-A170-35A2-6A650D5CF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06CFDF-2868-54CB-2ACE-3EE3E877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F7D9DD-8E52-3BD2-AE6E-57E7DECD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BA52DC-BF52-9F94-DDE9-D3049DE4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888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17659-6DC2-59A2-72F9-1DCAA4283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37A3EC-6CC4-AC88-EE8F-66930FE52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A006B4-776B-F2A3-A5BD-3FC546BA6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A26AC9-3E88-A6CC-88AD-A30A5572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09A1FE-960E-3166-3079-1057CF5C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FED286-F571-15EA-F6A7-F4206A58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00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48DD4-08B8-6191-F6A9-6FD5694F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5D30268-1C17-34BE-3864-8A571AE6B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8284B2-D1B8-BFE0-A297-54D4B5BA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FE8EA5-3151-4C2F-A8EC-415C9763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855C4-F7E7-5A2D-C5BF-3AA2DA7E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06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2FA8D62-F024-91CF-ECAC-C57051A54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C7ECDE-CB2C-5388-9A0D-0296D2347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2C4B0F-ECFE-1D4E-2515-9E7A7E50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2A2692-AE7F-2BDE-DA88-36D41C3B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7E8BAB-1E22-565D-F9B5-A070414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752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4E9A605-2EC6-B4A2-6BF4-39B04E9F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CFF752-8A38-F5DD-9471-C3C38F09C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99D0FE-B14F-61C9-888C-4210A43FA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EFF39-64BE-4380-8A53-06CF69B4C7AB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FA4A3B-D20F-C2DA-3EBE-9806917EC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D615DC-50E9-DD8E-8BCB-4B18900E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D1D9A-4F47-4C8B-BF5F-4AC052B34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72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13794E61-CE0E-CD7C-2DFB-5E667FA2AFAA}"/>
              </a:ext>
            </a:extLst>
          </p:cNvPr>
          <p:cNvSpPr/>
          <p:nvPr/>
        </p:nvSpPr>
        <p:spPr>
          <a:xfrm>
            <a:off x="1392011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71466E3-B57F-57F1-7176-0D403703FA25}"/>
              </a:ext>
            </a:extLst>
          </p:cNvPr>
          <p:cNvSpPr/>
          <p:nvPr/>
        </p:nvSpPr>
        <p:spPr>
          <a:xfrm>
            <a:off x="3968297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207F515-89C2-A96A-5397-BC217DF27C3E}"/>
              </a:ext>
            </a:extLst>
          </p:cNvPr>
          <p:cNvSpPr txBox="1"/>
          <p:nvPr/>
        </p:nvSpPr>
        <p:spPr>
          <a:xfrm>
            <a:off x="1841954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Controller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2A79244-1C46-94A2-0F73-DBFDFC91DC42}"/>
              </a:ext>
            </a:extLst>
          </p:cNvPr>
          <p:cNvSpPr/>
          <p:nvPr/>
        </p:nvSpPr>
        <p:spPr>
          <a:xfrm>
            <a:off x="7829096" y="2141890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1907F8-56D4-09F2-E3B6-DC4D853C8B50}"/>
              </a:ext>
            </a:extLst>
          </p:cNvPr>
          <p:cNvSpPr/>
          <p:nvPr/>
        </p:nvSpPr>
        <p:spPr>
          <a:xfrm>
            <a:off x="10405382" y="2141890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7BDCF24-A05E-7596-4BC6-7A0037032060}"/>
              </a:ext>
            </a:extLst>
          </p:cNvPr>
          <p:cNvSpPr txBox="1"/>
          <p:nvPr/>
        </p:nvSpPr>
        <p:spPr>
          <a:xfrm>
            <a:off x="8133896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Controllee</a:t>
            </a:r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595544F-29B1-DDD6-D35F-4E7C0A46FC5C}"/>
              </a:ext>
            </a:extLst>
          </p:cNvPr>
          <p:cNvSpPr txBox="1"/>
          <p:nvPr/>
        </p:nvSpPr>
        <p:spPr>
          <a:xfrm>
            <a:off x="680810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Main </a:t>
            </a:r>
            <a:r>
              <a:rPr lang="de-DE" dirty="0" err="1"/>
              <a:t>Activity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4A56B8F-35A2-58E7-4CD4-51A652535B02}"/>
              </a:ext>
            </a:extLst>
          </p:cNvPr>
          <p:cNvSpPr txBox="1"/>
          <p:nvPr/>
        </p:nvSpPr>
        <p:spPr>
          <a:xfrm>
            <a:off x="9694181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Main </a:t>
            </a:r>
            <a:r>
              <a:rPr lang="de-DE" dirty="0" err="1"/>
              <a:t>Activity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7075625-1F43-6948-DBF9-65320B48647D}"/>
              </a:ext>
            </a:extLst>
          </p:cNvPr>
          <p:cNvSpPr txBox="1"/>
          <p:nvPr/>
        </p:nvSpPr>
        <p:spPr>
          <a:xfrm>
            <a:off x="3130096" y="1634671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OOB Connector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756AE89-BDDE-1266-E2A1-60F96CD89FED}"/>
              </a:ext>
            </a:extLst>
          </p:cNvPr>
          <p:cNvSpPr txBox="1"/>
          <p:nvPr/>
        </p:nvSpPr>
        <p:spPr>
          <a:xfrm>
            <a:off x="6990895" y="1709698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OOB Connector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EE9F1B0-E4A4-B85A-12B5-5FA516CD84D9}"/>
              </a:ext>
            </a:extLst>
          </p:cNvPr>
          <p:cNvSpPr txBox="1"/>
          <p:nvPr/>
        </p:nvSpPr>
        <p:spPr>
          <a:xfrm>
            <a:off x="1651452" y="2620126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oobConnector.requestMeasuring</a:t>
            </a:r>
            <a:r>
              <a:rPr lang="de-DE" sz="1000" dirty="0"/>
              <a:t>()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824786C-12AF-48F4-EEFF-E1D29688C527}"/>
              </a:ext>
            </a:extLst>
          </p:cNvPr>
          <p:cNvCxnSpPr/>
          <p:nvPr/>
        </p:nvCxnSpPr>
        <p:spPr>
          <a:xfrm>
            <a:off x="1537154" y="2823847"/>
            <a:ext cx="2431143" cy="13062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EDA2D93-4C32-F67B-9250-07D26B568AB4}"/>
              </a:ext>
            </a:extLst>
          </p:cNvPr>
          <p:cNvCxnSpPr/>
          <p:nvPr/>
        </p:nvCxnSpPr>
        <p:spPr>
          <a:xfrm>
            <a:off x="4113440" y="3059704"/>
            <a:ext cx="3715656" cy="1746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FA987D5-915C-472D-F433-8066AC773FCF}"/>
              </a:ext>
            </a:extLst>
          </p:cNvPr>
          <p:cNvCxnSpPr/>
          <p:nvPr/>
        </p:nvCxnSpPr>
        <p:spPr>
          <a:xfrm>
            <a:off x="7974239" y="3234375"/>
            <a:ext cx="2380343" cy="11198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86F4BF16-42EA-FFA8-9075-360509627F0D}"/>
              </a:ext>
            </a:extLst>
          </p:cNvPr>
          <p:cNvSpPr txBox="1"/>
          <p:nvPr/>
        </p:nvSpPr>
        <p:spPr>
          <a:xfrm>
            <a:off x="4681310" y="2838100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REQUEST_MEASUREMENT </a:t>
            </a:r>
            <a:r>
              <a:rPr lang="de-DE" sz="1000" dirty="0" err="1"/>
              <a:t>package</a:t>
            </a:r>
            <a:endParaRPr lang="de-DE" sz="1000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72BD8BA9-904E-0F53-8F1C-0C74D75C76F3}"/>
              </a:ext>
            </a:extLst>
          </p:cNvPr>
          <p:cNvSpPr txBox="1"/>
          <p:nvPr/>
        </p:nvSpPr>
        <p:spPr>
          <a:xfrm>
            <a:off x="7945209" y="2851832"/>
            <a:ext cx="2434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oobConnectionCallback</a:t>
            </a:r>
            <a:r>
              <a:rPr lang="de-DE" sz="1000" dirty="0"/>
              <a:t>. </a:t>
            </a:r>
            <a:r>
              <a:rPr lang="de-DE" sz="1000" dirty="0" err="1"/>
              <a:t>requestMeasuring</a:t>
            </a:r>
            <a:r>
              <a:rPr lang="de-DE" sz="1000" dirty="0"/>
              <a:t>()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4B94E27-B3A5-05B5-8CB2-77D3C5D608AD}"/>
              </a:ext>
            </a:extLst>
          </p:cNvPr>
          <p:cNvCxnSpPr/>
          <p:nvPr/>
        </p:nvCxnSpPr>
        <p:spPr>
          <a:xfrm>
            <a:off x="405039" y="2241455"/>
            <a:ext cx="98697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73F3FAFE-7BDB-2E7F-1724-55DD2D33CE63}"/>
              </a:ext>
            </a:extLst>
          </p:cNvPr>
          <p:cNvSpPr txBox="1"/>
          <p:nvPr/>
        </p:nvSpPr>
        <p:spPr>
          <a:xfrm>
            <a:off x="638854" y="2370460"/>
            <a:ext cx="166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startMeasuringBtn</a:t>
            </a:r>
            <a:r>
              <a:rPr lang="de-DE" sz="1000" dirty="0"/>
              <a:t>()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5AFB80F2-7522-29F2-E2DE-A69DC2389ACE}"/>
              </a:ext>
            </a:extLst>
          </p:cNvPr>
          <p:cNvCxnSpPr>
            <a:cxnSpLocks/>
          </p:cNvCxnSpPr>
          <p:nvPr/>
        </p:nvCxnSpPr>
        <p:spPr>
          <a:xfrm flipH="1">
            <a:off x="10550525" y="3352684"/>
            <a:ext cx="108131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9F5BE595-8F6C-F163-D4DB-4841F96B3BEB}"/>
              </a:ext>
            </a:extLst>
          </p:cNvPr>
          <p:cNvSpPr txBox="1"/>
          <p:nvPr/>
        </p:nvSpPr>
        <p:spPr>
          <a:xfrm>
            <a:off x="10783432" y="2920639"/>
            <a:ext cx="131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MainActivity</a:t>
            </a:r>
            <a:r>
              <a:rPr lang="de-DE" sz="1000" dirty="0"/>
              <a:t>. </a:t>
            </a:r>
            <a:r>
              <a:rPr lang="de-DE" sz="1000" dirty="0" err="1"/>
              <a:t>startMeasuringBtn</a:t>
            </a:r>
            <a:r>
              <a:rPr lang="de-DE" sz="1000" dirty="0"/>
              <a:t>()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D6742903-4ED5-0315-B37B-59005E9CA692}"/>
              </a:ext>
            </a:extLst>
          </p:cNvPr>
          <p:cNvSpPr txBox="1"/>
          <p:nvPr/>
        </p:nvSpPr>
        <p:spPr>
          <a:xfrm>
            <a:off x="9256258" y="3788573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startMeasuring</a:t>
            </a:r>
            <a:r>
              <a:rPr lang="de-DE" sz="1000" dirty="0"/>
              <a:t>()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F2C9A9D4-F6E8-4481-CC1A-C657BDE4BAEC}"/>
              </a:ext>
            </a:extLst>
          </p:cNvPr>
          <p:cNvCxnSpPr/>
          <p:nvPr/>
        </p:nvCxnSpPr>
        <p:spPr>
          <a:xfrm flipH="1">
            <a:off x="7965621" y="4187716"/>
            <a:ext cx="2431143" cy="174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2E15948-39FC-1689-5957-7C041F96533B}"/>
              </a:ext>
            </a:extLst>
          </p:cNvPr>
          <p:cNvCxnSpPr>
            <a:cxnSpLocks/>
          </p:cNvCxnSpPr>
          <p:nvPr/>
        </p:nvCxnSpPr>
        <p:spPr>
          <a:xfrm flipH="1">
            <a:off x="4130222" y="4470745"/>
            <a:ext cx="3690256" cy="224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EC9FA6E3-7929-0ECA-D2EE-81DF2DD894B1}"/>
              </a:ext>
            </a:extLst>
          </p:cNvPr>
          <p:cNvCxnSpPr/>
          <p:nvPr/>
        </p:nvCxnSpPr>
        <p:spPr>
          <a:xfrm flipH="1">
            <a:off x="1528536" y="4782801"/>
            <a:ext cx="2431143" cy="137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E85983FE-459F-C4C2-7F05-3424A8904007}"/>
              </a:ext>
            </a:extLst>
          </p:cNvPr>
          <p:cNvSpPr txBox="1"/>
          <p:nvPr/>
        </p:nvSpPr>
        <p:spPr>
          <a:xfrm>
            <a:off x="1383393" y="4433675"/>
            <a:ext cx="2431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dirty="0" err="1"/>
              <a:t>oobConnectionCallback</a:t>
            </a:r>
            <a:r>
              <a:rPr lang="de-DE" sz="1000" dirty="0"/>
              <a:t>. </a:t>
            </a:r>
            <a:r>
              <a:rPr lang="de-DE" sz="1000" dirty="0" err="1"/>
              <a:t>startMeasuringOrder</a:t>
            </a:r>
            <a:r>
              <a:rPr lang="de-DE" sz="1000" dirty="0"/>
              <a:t>()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F5947DA8-CE61-D516-275E-5E349C4F760A}"/>
              </a:ext>
            </a:extLst>
          </p:cNvPr>
          <p:cNvSpPr txBox="1"/>
          <p:nvPr/>
        </p:nvSpPr>
        <p:spPr>
          <a:xfrm>
            <a:off x="7970609" y="3941495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oobConnector.startMeasuring</a:t>
            </a:r>
            <a:r>
              <a:rPr lang="de-DE" sz="1000" dirty="0"/>
              <a:t>()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5043639-2139-BE68-79D0-6451DE45521A}"/>
              </a:ext>
            </a:extLst>
          </p:cNvPr>
          <p:cNvSpPr txBox="1"/>
          <p:nvPr/>
        </p:nvSpPr>
        <p:spPr>
          <a:xfrm>
            <a:off x="4672691" y="4224524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START_MEASUREMENT </a:t>
            </a:r>
            <a:r>
              <a:rPr lang="de-DE" sz="1000" dirty="0" err="1"/>
              <a:t>package</a:t>
            </a:r>
            <a:endParaRPr lang="de-DE" sz="1000" dirty="0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66BDC494-9A5D-0660-ADF1-C14C64D8F4F1}"/>
              </a:ext>
            </a:extLst>
          </p:cNvPr>
          <p:cNvSpPr txBox="1"/>
          <p:nvPr/>
        </p:nvSpPr>
        <p:spPr>
          <a:xfrm>
            <a:off x="247194" y="4744551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startMeasuring</a:t>
            </a:r>
            <a:r>
              <a:rPr lang="de-DE" sz="1000" dirty="0"/>
              <a:t>()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4CB2F5E4-46EE-088C-5494-90AC366770A2}"/>
              </a:ext>
            </a:extLst>
          </p:cNvPr>
          <p:cNvSpPr txBox="1"/>
          <p:nvPr/>
        </p:nvSpPr>
        <p:spPr>
          <a:xfrm>
            <a:off x="4572468" y="177655"/>
            <a:ext cx="304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Messung Starten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58C4C875-60A3-9BA6-A3CC-9DFC32F3019F}"/>
              </a:ext>
            </a:extLst>
          </p:cNvPr>
          <p:cNvSpPr txBox="1"/>
          <p:nvPr/>
        </p:nvSpPr>
        <p:spPr>
          <a:xfrm>
            <a:off x="147320" y="1971308"/>
            <a:ext cx="7829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User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C557EAFF-0939-C1B9-8EA0-C1D554297167}"/>
              </a:ext>
            </a:extLst>
          </p:cNvPr>
          <p:cNvSpPr txBox="1"/>
          <p:nvPr/>
        </p:nvSpPr>
        <p:spPr>
          <a:xfrm>
            <a:off x="9643605" y="3482683"/>
            <a:ext cx="166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startMeasuringBtn</a:t>
            </a:r>
            <a:r>
              <a:rPr lang="de-DE" sz="1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8953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2387-A085-C88C-D486-645A3B1A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3CB9540-564B-EA58-3543-798E084B60B6}"/>
              </a:ext>
            </a:extLst>
          </p:cNvPr>
          <p:cNvSpPr/>
          <p:nvPr/>
        </p:nvSpPr>
        <p:spPr>
          <a:xfrm>
            <a:off x="1392011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A41652C-0BC0-9EE9-C66C-60E09EA392AE}"/>
              </a:ext>
            </a:extLst>
          </p:cNvPr>
          <p:cNvSpPr/>
          <p:nvPr/>
        </p:nvSpPr>
        <p:spPr>
          <a:xfrm>
            <a:off x="3968297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313B90A-DF48-3DA7-2F59-3F2CC4CCF7E8}"/>
              </a:ext>
            </a:extLst>
          </p:cNvPr>
          <p:cNvSpPr txBox="1"/>
          <p:nvPr/>
        </p:nvSpPr>
        <p:spPr>
          <a:xfrm>
            <a:off x="1841954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Controller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10BD6BD-A044-DF7B-5797-513CDA489886}"/>
              </a:ext>
            </a:extLst>
          </p:cNvPr>
          <p:cNvSpPr/>
          <p:nvPr/>
        </p:nvSpPr>
        <p:spPr>
          <a:xfrm>
            <a:off x="7829096" y="2141890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321E538-9C6D-C446-ADB9-EA550A48459A}"/>
              </a:ext>
            </a:extLst>
          </p:cNvPr>
          <p:cNvSpPr/>
          <p:nvPr/>
        </p:nvSpPr>
        <p:spPr>
          <a:xfrm>
            <a:off x="10405382" y="2141890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EB8F5B0-1753-65A1-C307-6DCFCDA39CC7}"/>
              </a:ext>
            </a:extLst>
          </p:cNvPr>
          <p:cNvSpPr txBox="1"/>
          <p:nvPr/>
        </p:nvSpPr>
        <p:spPr>
          <a:xfrm>
            <a:off x="8133896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Controllee</a:t>
            </a:r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D6687B1-C68F-C43F-5BBE-C22D56141EAF}"/>
              </a:ext>
            </a:extLst>
          </p:cNvPr>
          <p:cNvSpPr txBox="1"/>
          <p:nvPr/>
        </p:nvSpPr>
        <p:spPr>
          <a:xfrm>
            <a:off x="680810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Main </a:t>
            </a:r>
            <a:r>
              <a:rPr lang="de-DE" dirty="0" err="1"/>
              <a:t>Activity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D69E804-55F0-9CB4-CAC2-916E063D327A}"/>
              </a:ext>
            </a:extLst>
          </p:cNvPr>
          <p:cNvSpPr txBox="1"/>
          <p:nvPr/>
        </p:nvSpPr>
        <p:spPr>
          <a:xfrm>
            <a:off x="9694181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Main </a:t>
            </a:r>
            <a:r>
              <a:rPr lang="de-DE" dirty="0" err="1"/>
              <a:t>Activity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DDEA786-F586-DBDD-57D2-0341ACB13976}"/>
              </a:ext>
            </a:extLst>
          </p:cNvPr>
          <p:cNvSpPr txBox="1"/>
          <p:nvPr/>
        </p:nvSpPr>
        <p:spPr>
          <a:xfrm>
            <a:off x="3130096" y="1634671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OOB Connector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0E0E1FB-D843-14B0-167C-5B3117D7609A}"/>
              </a:ext>
            </a:extLst>
          </p:cNvPr>
          <p:cNvSpPr txBox="1"/>
          <p:nvPr/>
        </p:nvSpPr>
        <p:spPr>
          <a:xfrm>
            <a:off x="6990895" y="1709698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OOB Connector</a:t>
            </a:r>
          </a:p>
        </p:txBody>
      </p: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39533C0B-C9D0-E507-3290-CA03AC7040A6}"/>
              </a:ext>
            </a:extLst>
          </p:cNvPr>
          <p:cNvCxnSpPr/>
          <p:nvPr/>
        </p:nvCxnSpPr>
        <p:spPr>
          <a:xfrm flipH="1">
            <a:off x="7974239" y="4033157"/>
            <a:ext cx="2405743" cy="23315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5519CEB3-FC2E-5AC4-E86A-87759D85751B}"/>
              </a:ext>
            </a:extLst>
          </p:cNvPr>
          <p:cNvCxnSpPr/>
          <p:nvPr/>
        </p:nvCxnSpPr>
        <p:spPr>
          <a:xfrm flipH="1">
            <a:off x="4138840" y="4266314"/>
            <a:ext cx="3690256" cy="19138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A13804E4-8EC5-2A1F-1693-61F4EF163695}"/>
              </a:ext>
            </a:extLst>
          </p:cNvPr>
          <p:cNvCxnSpPr/>
          <p:nvPr/>
        </p:nvCxnSpPr>
        <p:spPr>
          <a:xfrm flipH="1">
            <a:off x="1537154" y="4457700"/>
            <a:ext cx="2431143" cy="19594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24F5839B-A7BD-4D06-07D0-4C6FBB02053F}"/>
              </a:ext>
            </a:extLst>
          </p:cNvPr>
          <p:cNvCxnSpPr/>
          <p:nvPr/>
        </p:nvCxnSpPr>
        <p:spPr>
          <a:xfrm flipH="1">
            <a:off x="10567762" y="3964214"/>
            <a:ext cx="1127576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0B210336-63D0-544A-C38C-D2480F1DDE09}"/>
              </a:ext>
            </a:extLst>
          </p:cNvPr>
          <p:cNvSpPr txBox="1"/>
          <p:nvPr/>
        </p:nvSpPr>
        <p:spPr>
          <a:xfrm>
            <a:off x="10284280" y="3545325"/>
            <a:ext cx="2081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RangingSessionCallback</a:t>
            </a:r>
            <a:r>
              <a:rPr lang="de-DE" sz="1000" dirty="0"/>
              <a:t>. </a:t>
            </a:r>
            <a:r>
              <a:rPr lang="de-DE" sz="1000" dirty="0" err="1"/>
              <a:t>onResults</a:t>
            </a:r>
            <a:r>
              <a:rPr lang="de-DE" sz="1000" dirty="0"/>
              <a:t>()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B6FAFB90-4595-7CF5-EF25-13A29E10E6F2}"/>
              </a:ext>
            </a:extLst>
          </p:cNvPr>
          <p:cNvSpPr txBox="1"/>
          <p:nvPr/>
        </p:nvSpPr>
        <p:spPr>
          <a:xfrm>
            <a:off x="7991476" y="3822700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oobConnector.shareResult</a:t>
            </a:r>
            <a:r>
              <a:rPr lang="de-DE" sz="1000" dirty="0"/>
              <a:t>()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5E0B938D-F1C1-5FCE-74C4-4613A9137C81}"/>
              </a:ext>
            </a:extLst>
          </p:cNvPr>
          <p:cNvSpPr txBox="1"/>
          <p:nvPr/>
        </p:nvSpPr>
        <p:spPr>
          <a:xfrm>
            <a:off x="4681309" y="4015198"/>
            <a:ext cx="2434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SHARED_RESULT </a:t>
            </a:r>
            <a:r>
              <a:rPr lang="de-DE" sz="1000" dirty="0" err="1"/>
              <a:t>package</a:t>
            </a:r>
            <a:endParaRPr lang="de-DE" sz="1000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1202A08E-7C62-B946-4A55-655F50BFCF02}"/>
              </a:ext>
            </a:extLst>
          </p:cNvPr>
          <p:cNvSpPr txBox="1"/>
          <p:nvPr/>
        </p:nvSpPr>
        <p:spPr>
          <a:xfrm>
            <a:off x="1524454" y="4159953"/>
            <a:ext cx="2431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dirty="0" err="1"/>
              <a:t>oobConnectionCallback</a:t>
            </a:r>
            <a:r>
              <a:rPr lang="de-DE" sz="1000" dirty="0"/>
              <a:t>.</a:t>
            </a:r>
          </a:p>
          <a:p>
            <a:pPr algn="ctr"/>
            <a:r>
              <a:rPr lang="de-DE" sz="1000" dirty="0" err="1"/>
              <a:t>sharedResult</a:t>
            </a:r>
            <a:r>
              <a:rPr lang="de-DE" sz="1000" dirty="0"/>
              <a:t>()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9D8AF3D7-8732-FEC0-9B2B-111EA2A8E205}"/>
              </a:ext>
            </a:extLst>
          </p:cNvPr>
          <p:cNvSpPr txBox="1"/>
          <p:nvPr/>
        </p:nvSpPr>
        <p:spPr>
          <a:xfrm>
            <a:off x="4572468" y="177655"/>
            <a:ext cx="304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Messergebnis teilen</a:t>
            </a:r>
          </a:p>
        </p:txBody>
      </p:sp>
    </p:spTree>
    <p:extLst>
      <p:ext uri="{BB962C8B-B14F-4D97-AF65-F5344CB8AC3E}">
        <p14:creationId xmlns:p14="http://schemas.microsoft.com/office/powerpoint/2010/main" val="347352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0231-C2BA-0218-EDE4-0D8FD852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20EA5053-A7A8-0543-3482-C848883B6485}"/>
              </a:ext>
            </a:extLst>
          </p:cNvPr>
          <p:cNvSpPr/>
          <p:nvPr/>
        </p:nvSpPr>
        <p:spPr>
          <a:xfrm>
            <a:off x="2891974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0FC5171-E012-F7D8-A71E-735C63AE0D9E}"/>
              </a:ext>
            </a:extLst>
          </p:cNvPr>
          <p:cNvSpPr/>
          <p:nvPr/>
        </p:nvSpPr>
        <p:spPr>
          <a:xfrm>
            <a:off x="4945748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E27CD30-A054-D404-F6C2-097E560FAB3C}"/>
              </a:ext>
            </a:extLst>
          </p:cNvPr>
          <p:cNvSpPr txBox="1"/>
          <p:nvPr/>
        </p:nvSpPr>
        <p:spPr>
          <a:xfrm>
            <a:off x="2089142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7F817AB-958E-DA7E-2F48-8B201EDD6592}"/>
              </a:ext>
            </a:extLst>
          </p:cNvPr>
          <p:cNvSpPr txBox="1"/>
          <p:nvPr/>
        </p:nvSpPr>
        <p:spPr>
          <a:xfrm>
            <a:off x="8133896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BD64AB9-0B06-4FD6-6E96-2FC6A6F4E66D}"/>
              </a:ext>
            </a:extLst>
          </p:cNvPr>
          <p:cNvSpPr txBox="1"/>
          <p:nvPr/>
        </p:nvSpPr>
        <p:spPr>
          <a:xfrm>
            <a:off x="2216143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Main </a:t>
            </a:r>
            <a:r>
              <a:rPr lang="de-DE" dirty="0" err="1"/>
              <a:t>Activity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992CB59-0F20-4DC4-52AD-320FFF8EE80E}"/>
              </a:ext>
            </a:extLst>
          </p:cNvPr>
          <p:cNvSpPr txBox="1"/>
          <p:nvPr/>
        </p:nvSpPr>
        <p:spPr>
          <a:xfrm>
            <a:off x="4142917" y="1634671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OOB Connector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68BCC8F8-9505-C912-AC84-E6F7E7F9367D}"/>
              </a:ext>
            </a:extLst>
          </p:cNvPr>
          <p:cNvSpPr txBox="1"/>
          <p:nvPr/>
        </p:nvSpPr>
        <p:spPr>
          <a:xfrm>
            <a:off x="4572468" y="177655"/>
            <a:ext cx="374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Daten Austausch (symmetrisch)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E00C349-B9F3-CC3E-4E0C-BD04FAB7C2B4}"/>
              </a:ext>
            </a:extLst>
          </p:cNvPr>
          <p:cNvSpPr/>
          <p:nvPr/>
        </p:nvSpPr>
        <p:spPr>
          <a:xfrm>
            <a:off x="838200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E6DCDD-64CF-ABAC-AEAF-006427B62E3C}"/>
              </a:ext>
            </a:extLst>
          </p:cNvPr>
          <p:cNvSpPr txBox="1"/>
          <p:nvPr/>
        </p:nvSpPr>
        <p:spPr>
          <a:xfrm>
            <a:off x="-68951" y="1634671"/>
            <a:ext cx="203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RangingSession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39208CC-B6D8-84B9-AF93-D517D7382493}"/>
              </a:ext>
            </a:extLst>
          </p:cNvPr>
          <p:cNvSpPr/>
          <p:nvPr/>
        </p:nvSpPr>
        <p:spPr>
          <a:xfrm>
            <a:off x="9154884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45205EA-E0DF-46B4-3951-2239F1563412}"/>
              </a:ext>
            </a:extLst>
          </p:cNvPr>
          <p:cNvSpPr/>
          <p:nvPr/>
        </p:nvSpPr>
        <p:spPr>
          <a:xfrm>
            <a:off x="11208658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2ADFEBC-339B-2856-5C22-AD926BCED84F}"/>
              </a:ext>
            </a:extLst>
          </p:cNvPr>
          <p:cNvSpPr txBox="1"/>
          <p:nvPr/>
        </p:nvSpPr>
        <p:spPr>
          <a:xfrm>
            <a:off x="8316682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5F4DA69-9D43-C4AD-F379-3D84E280021B}"/>
              </a:ext>
            </a:extLst>
          </p:cNvPr>
          <p:cNvSpPr txBox="1"/>
          <p:nvPr/>
        </p:nvSpPr>
        <p:spPr>
          <a:xfrm>
            <a:off x="8443683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Main </a:t>
            </a:r>
            <a:r>
              <a:rPr lang="de-DE" dirty="0" err="1"/>
              <a:t>Activity</a:t>
            </a:r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C61BC51-0BE4-D7CD-108F-DDFE51ABBE34}"/>
              </a:ext>
            </a:extLst>
          </p:cNvPr>
          <p:cNvSpPr txBox="1"/>
          <p:nvPr/>
        </p:nvSpPr>
        <p:spPr>
          <a:xfrm>
            <a:off x="6262909" y="1634671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OOB Connector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BFFF240-7FC5-8702-E6F3-9614B954DAC7}"/>
              </a:ext>
            </a:extLst>
          </p:cNvPr>
          <p:cNvSpPr/>
          <p:nvPr/>
        </p:nvSpPr>
        <p:spPr>
          <a:xfrm>
            <a:off x="7101110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77D5563-22D6-EFAA-CF6C-0F065F9651A6}"/>
              </a:ext>
            </a:extLst>
          </p:cNvPr>
          <p:cNvSpPr txBox="1"/>
          <p:nvPr/>
        </p:nvSpPr>
        <p:spPr>
          <a:xfrm>
            <a:off x="10253888" y="1634671"/>
            <a:ext cx="203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RangingSession</a:t>
            </a:r>
            <a:endParaRPr lang="de-DE" dirty="0"/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FB0660C1-0F65-6E5A-BE1B-B38F930ED776}"/>
              </a:ext>
            </a:extLst>
          </p:cNvPr>
          <p:cNvCxnSpPr/>
          <p:nvPr/>
        </p:nvCxnSpPr>
        <p:spPr>
          <a:xfrm>
            <a:off x="983342" y="2832280"/>
            <a:ext cx="1908631" cy="23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408483F-AA06-5C56-4BA0-F5FB6B7D6724}"/>
              </a:ext>
            </a:extLst>
          </p:cNvPr>
          <p:cNvCxnSpPr/>
          <p:nvPr/>
        </p:nvCxnSpPr>
        <p:spPr>
          <a:xfrm>
            <a:off x="3037117" y="3429000"/>
            <a:ext cx="1908631" cy="23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B0FA2E0-2375-74A9-1033-280DACF8E5F1}"/>
              </a:ext>
            </a:extLst>
          </p:cNvPr>
          <p:cNvCxnSpPr/>
          <p:nvPr/>
        </p:nvCxnSpPr>
        <p:spPr>
          <a:xfrm>
            <a:off x="5141684" y="3952868"/>
            <a:ext cx="1908631" cy="23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4340E83-BD9A-8020-4156-C0F33FAF07FB}"/>
              </a:ext>
            </a:extLst>
          </p:cNvPr>
          <p:cNvCxnSpPr/>
          <p:nvPr/>
        </p:nvCxnSpPr>
        <p:spPr>
          <a:xfrm>
            <a:off x="7246253" y="4513802"/>
            <a:ext cx="1908631" cy="23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95ED248-C5CC-440D-0A6D-0DAA4BFEEA48}"/>
              </a:ext>
            </a:extLst>
          </p:cNvPr>
          <p:cNvCxnSpPr/>
          <p:nvPr/>
        </p:nvCxnSpPr>
        <p:spPr>
          <a:xfrm>
            <a:off x="9300027" y="5088360"/>
            <a:ext cx="1908631" cy="230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ABE31BC9-513F-4FC6-D4CC-328F8233A986}"/>
              </a:ext>
            </a:extLst>
          </p:cNvPr>
          <p:cNvSpPr txBox="1"/>
          <p:nvPr/>
        </p:nvSpPr>
        <p:spPr>
          <a:xfrm>
            <a:off x="1183341" y="2382050"/>
            <a:ext cx="147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transportHandle</a:t>
            </a:r>
            <a:r>
              <a:rPr lang="de-DE" sz="1000" dirty="0"/>
              <a:t>. </a:t>
            </a:r>
            <a:r>
              <a:rPr lang="de-DE" sz="1000" dirty="0" err="1"/>
              <a:t>sendData</a:t>
            </a:r>
            <a:r>
              <a:rPr lang="de-DE" sz="1000" dirty="0"/>
              <a:t>()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00B545CE-08F0-AE79-0413-646D14775B89}"/>
              </a:ext>
            </a:extLst>
          </p:cNvPr>
          <p:cNvSpPr txBox="1"/>
          <p:nvPr/>
        </p:nvSpPr>
        <p:spPr>
          <a:xfrm>
            <a:off x="3269349" y="3029606"/>
            <a:ext cx="147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oobConnector</a:t>
            </a:r>
            <a:r>
              <a:rPr lang="de-DE" sz="1000" dirty="0"/>
              <a:t>. </a:t>
            </a:r>
            <a:r>
              <a:rPr lang="de-DE" sz="1000" dirty="0" err="1"/>
              <a:t>sendMessage</a:t>
            </a:r>
            <a:r>
              <a:rPr lang="de-DE" sz="1000" dirty="0"/>
              <a:t>()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8BF2C649-59F5-4169-B381-D0B6E8978D98}"/>
              </a:ext>
            </a:extLst>
          </p:cNvPr>
          <p:cNvSpPr txBox="1"/>
          <p:nvPr/>
        </p:nvSpPr>
        <p:spPr>
          <a:xfrm>
            <a:off x="5395449" y="3706647"/>
            <a:ext cx="147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DATA_PACKAGE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BFA25B5-F62B-3FD8-0F8D-58B94692451F}"/>
              </a:ext>
            </a:extLst>
          </p:cNvPr>
          <p:cNvSpPr txBox="1"/>
          <p:nvPr/>
        </p:nvSpPr>
        <p:spPr>
          <a:xfrm>
            <a:off x="7359403" y="4113692"/>
            <a:ext cx="165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oobConnectionCallback</a:t>
            </a:r>
            <a:r>
              <a:rPr lang="de-DE" sz="1000" dirty="0"/>
              <a:t>. </a:t>
            </a:r>
            <a:r>
              <a:rPr lang="de-DE" sz="1000" dirty="0" err="1"/>
              <a:t>messageReceived</a:t>
            </a:r>
            <a:r>
              <a:rPr lang="de-DE" sz="1000" dirty="0"/>
              <a:t>()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B995262-D3AD-0045-EFCB-2B73A374872B}"/>
              </a:ext>
            </a:extLst>
          </p:cNvPr>
          <p:cNvSpPr txBox="1"/>
          <p:nvPr/>
        </p:nvSpPr>
        <p:spPr>
          <a:xfrm>
            <a:off x="9445170" y="4732229"/>
            <a:ext cx="165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callbackExecutor.run</a:t>
            </a:r>
            <a:r>
              <a:rPr lang="de-DE" sz="1000" dirty="0"/>
              <a:t>{ </a:t>
            </a:r>
            <a:r>
              <a:rPr lang="de-DE" sz="1000" dirty="0" err="1"/>
              <a:t>callbackFunction</a:t>
            </a:r>
            <a:r>
              <a:rPr lang="de-DE" sz="1000" dirty="0"/>
              <a:t>()}</a:t>
            </a:r>
          </a:p>
        </p:txBody>
      </p:sp>
    </p:spTree>
    <p:extLst>
      <p:ext uri="{BB962C8B-B14F-4D97-AF65-F5344CB8AC3E}">
        <p14:creationId xmlns:p14="http://schemas.microsoft.com/office/powerpoint/2010/main" val="225868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D6B6-304F-46D6-92D3-CC6E2CC1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1887AE9F-E1BE-43E6-5756-22BD9528159D}"/>
              </a:ext>
            </a:extLst>
          </p:cNvPr>
          <p:cNvSpPr/>
          <p:nvPr/>
        </p:nvSpPr>
        <p:spPr>
          <a:xfrm>
            <a:off x="1392011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4E6C7FD-3E99-8D3E-1DD6-F10C5A817B76}"/>
              </a:ext>
            </a:extLst>
          </p:cNvPr>
          <p:cNvSpPr/>
          <p:nvPr/>
        </p:nvSpPr>
        <p:spPr>
          <a:xfrm>
            <a:off x="3968297" y="2106386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BFD53A3-EDF6-2FB2-BC2C-A59E442BD19C}"/>
              </a:ext>
            </a:extLst>
          </p:cNvPr>
          <p:cNvSpPr txBox="1"/>
          <p:nvPr/>
        </p:nvSpPr>
        <p:spPr>
          <a:xfrm>
            <a:off x="1841954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Normal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1C65AF2-72B8-46E0-85A4-2D6AD5340F54}"/>
              </a:ext>
            </a:extLst>
          </p:cNvPr>
          <p:cNvSpPr/>
          <p:nvPr/>
        </p:nvSpPr>
        <p:spPr>
          <a:xfrm>
            <a:off x="7829096" y="2141890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108068F-FB1F-3170-EB3D-FFCDC230ED37}"/>
              </a:ext>
            </a:extLst>
          </p:cNvPr>
          <p:cNvSpPr/>
          <p:nvPr/>
        </p:nvSpPr>
        <p:spPr>
          <a:xfrm>
            <a:off x="10405382" y="2141890"/>
            <a:ext cx="145143" cy="56678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63A2E50-0235-985A-70A5-DD9F7F11F42A}"/>
              </a:ext>
            </a:extLst>
          </p:cNvPr>
          <p:cNvSpPr txBox="1"/>
          <p:nvPr/>
        </p:nvSpPr>
        <p:spPr>
          <a:xfrm>
            <a:off x="8133896" y="1155700"/>
            <a:ext cx="182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Failure</a:t>
            </a:r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4ED4CA2-5EDC-24A8-D394-FA43412033F7}"/>
              </a:ext>
            </a:extLst>
          </p:cNvPr>
          <p:cNvSpPr txBox="1"/>
          <p:nvPr/>
        </p:nvSpPr>
        <p:spPr>
          <a:xfrm>
            <a:off x="680810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F73700A-8BA2-8BD5-CF72-0A5750405149}"/>
              </a:ext>
            </a:extLst>
          </p:cNvPr>
          <p:cNvSpPr txBox="1"/>
          <p:nvPr/>
        </p:nvSpPr>
        <p:spPr>
          <a:xfrm>
            <a:off x="9694181" y="1634671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7C0502F-5F77-8F38-BA8F-6DC8624B24E0}"/>
              </a:ext>
            </a:extLst>
          </p:cNvPr>
          <p:cNvSpPr txBox="1"/>
          <p:nvPr/>
        </p:nvSpPr>
        <p:spPr>
          <a:xfrm>
            <a:off x="3130096" y="1634671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0422458-6A57-17FA-4456-2DD0393BFD9D}"/>
              </a:ext>
            </a:extLst>
          </p:cNvPr>
          <p:cNvSpPr txBox="1"/>
          <p:nvPr/>
        </p:nvSpPr>
        <p:spPr>
          <a:xfrm>
            <a:off x="6990895" y="1709698"/>
            <a:ext cx="182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B59A4924-0594-421D-83A8-9D032E150DD8}"/>
              </a:ext>
            </a:extLst>
          </p:cNvPr>
          <p:cNvSpPr txBox="1"/>
          <p:nvPr/>
        </p:nvSpPr>
        <p:spPr>
          <a:xfrm>
            <a:off x="4572468" y="177655"/>
            <a:ext cx="304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TPC </a:t>
            </a:r>
            <a:r>
              <a:rPr lang="de-DE" dirty="0" err="1"/>
              <a:t>for</a:t>
            </a:r>
            <a:r>
              <a:rPr lang="de-DE" dirty="0"/>
              <a:t> BLE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3E3DCC4-7CC3-2F28-713F-7ED9F6C18608}"/>
              </a:ext>
            </a:extLst>
          </p:cNvPr>
          <p:cNvCxnSpPr>
            <a:cxnSpLocks/>
          </p:cNvCxnSpPr>
          <p:nvPr/>
        </p:nvCxnSpPr>
        <p:spPr>
          <a:xfrm>
            <a:off x="1537153" y="2796848"/>
            <a:ext cx="2431143" cy="150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547AF22F-2481-38BF-A45B-D94C36382ED4}"/>
              </a:ext>
            </a:extLst>
          </p:cNvPr>
          <p:cNvSpPr txBox="1"/>
          <p:nvPr/>
        </p:nvSpPr>
        <p:spPr>
          <a:xfrm>
            <a:off x="722103" y="2083619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/>
              <a:t>Idle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7A3DE94-E378-3DC9-9164-52D2D0706D8F}"/>
              </a:ext>
            </a:extLst>
          </p:cNvPr>
          <p:cNvSpPr txBox="1"/>
          <p:nvPr/>
        </p:nvSpPr>
        <p:spPr>
          <a:xfrm>
            <a:off x="4113440" y="2106386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Idle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55FCF83-4BF3-1D39-E02F-A62E5432E59A}"/>
              </a:ext>
            </a:extLst>
          </p:cNvPr>
          <p:cNvCxnSpPr/>
          <p:nvPr/>
        </p:nvCxnSpPr>
        <p:spPr>
          <a:xfrm>
            <a:off x="151585" y="2352607"/>
            <a:ext cx="1240426" cy="43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D7E40FBE-15B2-0B7E-D303-E40F5F2A829A}"/>
              </a:ext>
            </a:extLst>
          </p:cNvPr>
          <p:cNvSpPr txBox="1"/>
          <p:nvPr/>
        </p:nvSpPr>
        <p:spPr>
          <a:xfrm>
            <a:off x="722103" y="2498404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/>
              <a:t>Send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004B971-EFBE-6F9B-D2F0-D017980802ED}"/>
              </a:ext>
            </a:extLst>
          </p:cNvPr>
          <p:cNvSpPr txBox="1"/>
          <p:nvPr/>
        </p:nvSpPr>
        <p:spPr>
          <a:xfrm>
            <a:off x="4113440" y="3011569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Receive</a:t>
            </a:r>
            <a:endParaRPr lang="de-DE" sz="1000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AA9C3A7-12AD-E06E-52A2-D5B923A67FC5}"/>
              </a:ext>
            </a:extLst>
          </p:cNvPr>
          <p:cNvCxnSpPr/>
          <p:nvPr/>
        </p:nvCxnSpPr>
        <p:spPr>
          <a:xfrm flipH="1">
            <a:off x="1537153" y="3257790"/>
            <a:ext cx="2431143" cy="130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168062B-5CA2-EB10-3CD5-EF4796C729A2}"/>
              </a:ext>
            </a:extLst>
          </p:cNvPr>
          <p:cNvCxnSpPr>
            <a:cxnSpLocks/>
          </p:cNvCxnSpPr>
          <p:nvPr/>
        </p:nvCxnSpPr>
        <p:spPr>
          <a:xfrm>
            <a:off x="1524454" y="3572215"/>
            <a:ext cx="2431143" cy="150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444F402-1159-48E1-38DC-A4C6E55C6E9E}"/>
              </a:ext>
            </a:extLst>
          </p:cNvPr>
          <p:cNvCxnSpPr/>
          <p:nvPr/>
        </p:nvCxnSpPr>
        <p:spPr>
          <a:xfrm flipH="1">
            <a:off x="1524454" y="4033157"/>
            <a:ext cx="2431143" cy="130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DDC77FDE-6D6B-0883-1C6C-3EC50D37992D}"/>
              </a:ext>
            </a:extLst>
          </p:cNvPr>
          <p:cNvCxnSpPr>
            <a:cxnSpLocks/>
          </p:cNvCxnSpPr>
          <p:nvPr/>
        </p:nvCxnSpPr>
        <p:spPr>
          <a:xfrm>
            <a:off x="1537154" y="4451049"/>
            <a:ext cx="2431143" cy="150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7119DB8-CFE3-97CB-D1D0-2A211691CE70}"/>
              </a:ext>
            </a:extLst>
          </p:cNvPr>
          <p:cNvCxnSpPr/>
          <p:nvPr/>
        </p:nvCxnSpPr>
        <p:spPr>
          <a:xfrm flipH="1">
            <a:off x="1537154" y="4911991"/>
            <a:ext cx="2431143" cy="130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C2F42CBE-E50F-AE70-4043-BE9B69F71F62}"/>
              </a:ext>
            </a:extLst>
          </p:cNvPr>
          <p:cNvSpPr txBox="1"/>
          <p:nvPr/>
        </p:nvSpPr>
        <p:spPr>
          <a:xfrm>
            <a:off x="2416284" y="2628678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Data 1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28EF5DE-3F92-3DFD-588E-78A6D13CA3F8}"/>
              </a:ext>
            </a:extLst>
          </p:cNvPr>
          <p:cNvSpPr txBox="1"/>
          <p:nvPr/>
        </p:nvSpPr>
        <p:spPr>
          <a:xfrm>
            <a:off x="2416284" y="3083038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Ack</a:t>
            </a:r>
            <a:r>
              <a:rPr lang="de-DE" sz="1000" dirty="0"/>
              <a:t> 1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3DBC5565-F926-835D-7FC0-D473B27A359E}"/>
              </a:ext>
            </a:extLst>
          </p:cNvPr>
          <p:cNvSpPr txBox="1"/>
          <p:nvPr/>
        </p:nvSpPr>
        <p:spPr>
          <a:xfrm>
            <a:off x="2460188" y="3416220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Data 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06F7BBC-EBC4-1063-D6E0-E0AFBF94FC9D}"/>
              </a:ext>
            </a:extLst>
          </p:cNvPr>
          <p:cNvSpPr txBox="1"/>
          <p:nvPr/>
        </p:nvSpPr>
        <p:spPr>
          <a:xfrm>
            <a:off x="2460188" y="3870580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Ack</a:t>
            </a:r>
            <a:r>
              <a:rPr lang="de-DE" sz="1000" dirty="0"/>
              <a:t> 2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B8B32B8-20E8-8D09-DCFC-508BDC0B034A}"/>
              </a:ext>
            </a:extLst>
          </p:cNvPr>
          <p:cNvSpPr txBox="1"/>
          <p:nvPr/>
        </p:nvSpPr>
        <p:spPr>
          <a:xfrm>
            <a:off x="2460188" y="4291532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FIN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B48F3958-FB7B-1DE6-8A28-68BF72D57621}"/>
              </a:ext>
            </a:extLst>
          </p:cNvPr>
          <p:cNvSpPr txBox="1"/>
          <p:nvPr/>
        </p:nvSpPr>
        <p:spPr>
          <a:xfrm>
            <a:off x="2460188" y="4745892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FIN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E1713B6-8E4C-F39A-989A-CD4BB9547F69}"/>
              </a:ext>
            </a:extLst>
          </p:cNvPr>
          <p:cNvSpPr txBox="1"/>
          <p:nvPr/>
        </p:nvSpPr>
        <p:spPr>
          <a:xfrm>
            <a:off x="4083286" y="4937391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Idle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E51BE5E-B3AC-AA6E-E9D7-1DE2041679DB}"/>
              </a:ext>
            </a:extLst>
          </p:cNvPr>
          <p:cNvSpPr txBox="1"/>
          <p:nvPr/>
        </p:nvSpPr>
        <p:spPr>
          <a:xfrm>
            <a:off x="742547" y="5100218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/>
              <a:t>Idle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3FEEEF90-16E0-01C6-A9BE-0F711E592C05}"/>
              </a:ext>
            </a:extLst>
          </p:cNvPr>
          <p:cNvCxnSpPr/>
          <p:nvPr/>
        </p:nvCxnSpPr>
        <p:spPr>
          <a:xfrm>
            <a:off x="4113440" y="4794584"/>
            <a:ext cx="1156392" cy="74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32670AE1-EF5B-4B52-B1F3-076CB9ECDA1C}"/>
              </a:ext>
            </a:extLst>
          </p:cNvPr>
          <p:cNvCxnSpPr>
            <a:cxnSpLocks/>
          </p:cNvCxnSpPr>
          <p:nvPr/>
        </p:nvCxnSpPr>
        <p:spPr>
          <a:xfrm>
            <a:off x="7974238" y="2967724"/>
            <a:ext cx="2431143" cy="150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1E0DF304-36CE-1B98-4843-4E406C26D4AD}"/>
              </a:ext>
            </a:extLst>
          </p:cNvPr>
          <p:cNvSpPr txBox="1"/>
          <p:nvPr/>
        </p:nvSpPr>
        <p:spPr>
          <a:xfrm>
            <a:off x="7159188" y="2254495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/>
              <a:t>Idle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ECEB8FC7-B4B5-D598-C7DE-89E3E6A05D58}"/>
              </a:ext>
            </a:extLst>
          </p:cNvPr>
          <p:cNvSpPr txBox="1"/>
          <p:nvPr/>
        </p:nvSpPr>
        <p:spPr>
          <a:xfrm>
            <a:off x="10550525" y="2277262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Idle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9B05477F-DCB1-6760-CF7A-7C5A40B09B79}"/>
              </a:ext>
            </a:extLst>
          </p:cNvPr>
          <p:cNvCxnSpPr/>
          <p:nvPr/>
        </p:nvCxnSpPr>
        <p:spPr>
          <a:xfrm>
            <a:off x="6588670" y="2523483"/>
            <a:ext cx="1240426" cy="43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FEF2EEC4-F86E-0F2E-08ED-3A7AD0B4FB2E}"/>
              </a:ext>
            </a:extLst>
          </p:cNvPr>
          <p:cNvSpPr txBox="1"/>
          <p:nvPr/>
        </p:nvSpPr>
        <p:spPr>
          <a:xfrm>
            <a:off x="7159188" y="2669280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/>
              <a:t>Send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FD184331-C941-E5D0-E09D-C4FD4C5942BA}"/>
              </a:ext>
            </a:extLst>
          </p:cNvPr>
          <p:cNvSpPr txBox="1"/>
          <p:nvPr/>
        </p:nvSpPr>
        <p:spPr>
          <a:xfrm>
            <a:off x="10550525" y="3182445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Receive</a:t>
            </a:r>
            <a:endParaRPr lang="de-DE" sz="1000" dirty="0"/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83A99BF4-65AD-6D76-2CCE-5EB72C0B6605}"/>
              </a:ext>
            </a:extLst>
          </p:cNvPr>
          <p:cNvCxnSpPr>
            <a:cxnSpLocks/>
          </p:cNvCxnSpPr>
          <p:nvPr/>
        </p:nvCxnSpPr>
        <p:spPr>
          <a:xfrm flipH="1">
            <a:off x="8964839" y="3428666"/>
            <a:ext cx="1440542" cy="55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2C1374D3-E24B-30CA-F10D-0DD6E383D1C9}"/>
              </a:ext>
            </a:extLst>
          </p:cNvPr>
          <p:cNvSpPr txBox="1"/>
          <p:nvPr/>
        </p:nvSpPr>
        <p:spPr>
          <a:xfrm>
            <a:off x="8853369" y="2799554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Data 1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F0528C37-6830-64B2-456E-A380DF4959CA}"/>
              </a:ext>
            </a:extLst>
          </p:cNvPr>
          <p:cNvSpPr txBox="1"/>
          <p:nvPr/>
        </p:nvSpPr>
        <p:spPr>
          <a:xfrm>
            <a:off x="8853369" y="3253914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Ack</a:t>
            </a:r>
            <a:r>
              <a:rPr lang="de-DE" sz="1000" dirty="0"/>
              <a:t> 1</a:t>
            </a:r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BC64D403-9E4B-96C1-7E69-EA19464F6036}"/>
              </a:ext>
            </a:extLst>
          </p:cNvPr>
          <p:cNvCxnSpPr>
            <a:cxnSpLocks/>
          </p:cNvCxnSpPr>
          <p:nvPr/>
        </p:nvCxnSpPr>
        <p:spPr>
          <a:xfrm>
            <a:off x="7974237" y="3906666"/>
            <a:ext cx="2431143" cy="150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2FE7423-5E0E-75B0-F697-9BBD2416405E}"/>
              </a:ext>
            </a:extLst>
          </p:cNvPr>
          <p:cNvCxnSpPr/>
          <p:nvPr/>
        </p:nvCxnSpPr>
        <p:spPr>
          <a:xfrm flipH="1">
            <a:off x="7974237" y="4367608"/>
            <a:ext cx="2431143" cy="130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A99450F1-41CD-FCC5-D00B-8CBEBF1EB746}"/>
              </a:ext>
            </a:extLst>
          </p:cNvPr>
          <p:cNvCxnSpPr>
            <a:cxnSpLocks/>
          </p:cNvCxnSpPr>
          <p:nvPr/>
        </p:nvCxnSpPr>
        <p:spPr>
          <a:xfrm>
            <a:off x="7961538" y="4682033"/>
            <a:ext cx="2431143" cy="150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CDA091FD-260A-1422-6C2A-F0C506771693}"/>
              </a:ext>
            </a:extLst>
          </p:cNvPr>
          <p:cNvCxnSpPr/>
          <p:nvPr/>
        </p:nvCxnSpPr>
        <p:spPr>
          <a:xfrm flipH="1">
            <a:off x="7961538" y="5142975"/>
            <a:ext cx="2431143" cy="130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907531F9-8C01-63EF-681D-8BDEBDD9DFBC}"/>
              </a:ext>
            </a:extLst>
          </p:cNvPr>
          <p:cNvCxnSpPr>
            <a:cxnSpLocks/>
          </p:cNvCxnSpPr>
          <p:nvPr/>
        </p:nvCxnSpPr>
        <p:spPr>
          <a:xfrm>
            <a:off x="7974238" y="5560867"/>
            <a:ext cx="2431143" cy="150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53C014CE-B117-C246-BE76-67064ECDC375}"/>
              </a:ext>
            </a:extLst>
          </p:cNvPr>
          <p:cNvCxnSpPr/>
          <p:nvPr/>
        </p:nvCxnSpPr>
        <p:spPr>
          <a:xfrm flipH="1">
            <a:off x="7974238" y="6021809"/>
            <a:ext cx="2431143" cy="130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11DF1691-E61E-C6CF-8890-8FDC2941E749}"/>
              </a:ext>
            </a:extLst>
          </p:cNvPr>
          <p:cNvSpPr txBox="1"/>
          <p:nvPr/>
        </p:nvSpPr>
        <p:spPr>
          <a:xfrm>
            <a:off x="8853368" y="3738496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Data 1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71E81E09-DCB2-0C33-AFE1-15C78936101F}"/>
              </a:ext>
            </a:extLst>
          </p:cNvPr>
          <p:cNvSpPr txBox="1"/>
          <p:nvPr/>
        </p:nvSpPr>
        <p:spPr>
          <a:xfrm>
            <a:off x="8853368" y="4192856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Ack</a:t>
            </a:r>
            <a:r>
              <a:rPr lang="de-DE" sz="1000" dirty="0"/>
              <a:t> 1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417D34F9-EB4C-ED6C-4E68-929577C5935E}"/>
              </a:ext>
            </a:extLst>
          </p:cNvPr>
          <p:cNvSpPr txBox="1"/>
          <p:nvPr/>
        </p:nvSpPr>
        <p:spPr>
          <a:xfrm>
            <a:off x="8897272" y="4526038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Data 2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73139AA1-DA57-809A-BE04-2B0DF1F74670}"/>
              </a:ext>
            </a:extLst>
          </p:cNvPr>
          <p:cNvSpPr txBox="1"/>
          <p:nvPr/>
        </p:nvSpPr>
        <p:spPr>
          <a:xfrm>
            <a:off x="8897272" y="4980398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Ack</a:t>
            </a:r>
            <a:r>
              <a:rPr lang="de-DE" sz="1000" dirty="0"/>
              <a:t> 2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B65A21D0-26C3-BBA2-33D3-1FAFC686456B}"/>
              </a:ext>
            </a:extLst>
          </p:cNvPr>
          <p:cNvSpPr txBox="1"/>
          <p:nvPr/>
        </p:nvSpPr>
        <p:spPr>
          <a:xfrm>
            <a:off x="8897272" y="5401350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FIN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5D3BCE61-C62C-7B93-5F02-6DEF975278A8}"/>
              </a:ext>
            </a:extLst>
          </p:cNvPr>
          <p:cNvSpPr txBox="1"/>
          <p:nvPr/>
        </p:nvSpPr>
        <p:spPr>
          <a:xfrm>
            <a:off x="8897272" y="5855710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FIN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2F80FB40-10EA-972C-12EB-296063FC2242}"/>
              </a:ext>
            </a:extLst>
          </p:cNvPr>
          <p:cNvSpPr txBox="1"/>
          <p:nvPr/>
        </p:nvSpPr>
        <p:spPr>
          <a:xfrm>
            <a:off x="10520370" y="6047209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Idle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AB98A255-036B-C3E9-3CB5-4E92D9FF53F0}"/>
              </a:ext>
            </a:extLst>
          </p:cNvPr>
          <p:cNvSpPr txBox="1"/>
          <p:nvPr/>
        </p:nvSpPr>
        <p:spPr>
          <a:xfrm>
            <a:off x="7179631" y="6210036"/>
            <a:ext cx="669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/>
              <a:t>Idle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563C7498-4B27-738D-EF0B-B1025E49BD93}"/>
              </a:ext>
            </a:extLst>
          </p:cNvPr>
          <p:cNvCxnSpPr/>
          <p:nvPr/>
        </p:nvCxnSpPr>
        <p:spPr>
          <a:xfrm>
            <a:off x="10550524" y="5904402"/>
            <a:ext cx="1156392" cy="74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621A68D4-C616-8AB3-1610-F2929330B64A}"/>
              </a:ext>
            </a:extLst>
          </p:cNvPr>
          <p:cNvSpPr txBox="1"/>
          <p:nvPr/>
        </p:nvSpPr>
        <p:spPr>
          <a:xfrm>
            <a:off x="7445536" y="3591781"/>
            <a:ext cx="9122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2508455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Breitbild</PresentationFormat>
  <Paragraphs>98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Caius Blumenthal</dc:creator>
  <cp:lastModifiedBy>Caius Blumenthal</cp:lastModifiedBy>
  <cp:revision>3</cp:revision>
  <dcterms:created xsi:type="dcterms:W3CDTF">2026-07-13T12:35:51Z</dcterms:created>
  <dcterms:modified xsi:type="dcterms:W3CDTF">2026-07-15T14:33:19Z</dcterms:modified>
</cp:coreProperties>
</file>